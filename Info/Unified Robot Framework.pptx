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  <p:sldMasterId id="2147483686" r:id="rId3"/>
    <p:sldMasterId id="2147483699" r:id="rId4"/>
  </p:sldMasterIdLst>
  <p:notesMasterIdLst>
    <p:notesMasterId r:id="rId17"/>
  </p:notesMasterIdLst>
  <p:handoutMasterIdLst>
    <p:handoutMasterId r:id="rId18"/>
  </p:handoutMasterIdLst>
  <p:sldIdLst>
    <p:sldId id="262" r:id="rId5"/>
    <p:sldId id="257" r:id="rId6"/>
    <p:sldId id="258" r:id="rId7"/>
    <p:sldId id="259" r:id="rId8"/>
    <p:sldId id="260" r:id="rId9"/>
    <p:sldId id="263" r:id="rId10"/>
    <p:sldId id="264" r:id="rId11"/>
    <p:sldId id="265" r:id="rId12"/>
    <p:sldId id="266" r:id="rId13"/>
    <p:sldId id="268" r:id="rId14"/>
    <p:sldId id="269" r:id="rId15"/>
    <p:sldId id="261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A0"/>
    <a:srgbClr val="D51067"/>
    <a:srgbClr val="00833E"/>
    <a:srgbClr val="D75F00"/>
    <a:srgbClr val="9ACAEB"/>
    <a:srgbClr val="F0B3CA"/>
    <a:srgbClr val="BDE093"/>
    <a:srgbClr val="FFBE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1628" y="-13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77800" y="8763000"/>
            <a:ext cx="127000" cy="127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EF2F0A2E-D940-4F58-B815-727A03FDED90}" type="slidenum">
              <a:rPr lang="en-US" sz="8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‹#›</a:t>
            </a:fld>
            <a:endParaRPr 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6200000">
            <a:off x="5689600" y="7886700"/>
            <a:ext cx="1866900" cy="127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US" sz="800" smtClean="0">
                <a:solidFill>
                  <a:srgbClr val="000000"/>
                </a:solidFill>
                <a:latin typeface="Arial" panose="020B0604020202020204" pitchFamily="34" charset="0"/>
              </a:rPr>
              <a:t>© Tieto Corporation</a:t>
            </a:r>
            <a:endParaRPr 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316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0380" y="690325"/>
            <a:ext cx="5930900" cy="33361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4716018"/>
            <a:ext cx="5994400" cy="385203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77800" y="8763000"/>
            <a:ext cx="127000" cy="127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fld id="{85950CF3-DF26-4A94-8D99-308888B1A8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6200000">
            <a:off x="5689600" y="7886700"/>
            <a:ext cx="1866900" cy="127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sz="800" smtClean="0">
                <a:solidFill>
                  <a:srgbClr val="000000"/>
                </a:solidFill>
                <a:latin typeface="Arial" panose="020B0604020202020204" pitchFamily="34" charset="0"/>
              </a:rPr>
              <a:t>© Tieto Corporation</a:t>
            </a:r>
            <a:endParaRPr 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5079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228600" indent="-228600" algn="l" defTabSz="914400" rtl="0" eaLnBrk="1" latinLnBrk="0" hangingPunct="1">
      <a:buClr>
        <a:srgbClr val="000000"/>
      </a:buClr>
      <a:buChar char="•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685800" indent="-228600" algn="l" defTabSz="914400" rtl="0" eaLnBrk="1" latinLnBrk="0" hangingPunct="1">
      <a:buClr>
        <a:srgbClr val="000000"/>
      </a:buClr>
      <a:buChar char="•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1143000" indent="-228600" algn="l" defTabSz="914400" rtl="0" eaLnBrk="1" latinLnBrk="0" hangingPunct="1">
      <a:buClr>
        <a:srgbClr val="000000"/>
      </a:buClr>
      <a:buChar char="•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600200" indent="-228600" algn="l" defTabSz="914400" rtl="0" eaLnBrk="1" latinLnBrk="0" hangingPunct="1">
      <a:buClr>
        <a:srgbClr val="000000"/>
      </a:buClr>
      <a:buChar char="•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2057400" indent="-228600" algn="l" defTabSz="914400" rtl="0" eaLnBrk="1" latinLnBrk="0" hangingPunct="1">
      <a:buClr>
        <a:srgbClr val="000000"/>
      </a:buClr>
      <a:buChar char="•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ront page">
    <p:bg>
      <p:bgPr>
        <a:solidFill>
          <a:srgbClr val="9AC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front page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308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front page">
    <p:bg>
      <p:bgPr>
        <a:solidFill>
          <a:srgbClr val="9AC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rgbClr val="FFFFFF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5999" y="2792889"/>
            <a:ext cx="5766675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2365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038867"/>
            <a:ext cx="7324914" cy="1599642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dirty="0" smtClean="0"/>
              <a:t>Click to add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5999" y="2797067"/>
            <a:ext cx="7326000" cy="783431"/>
          </a:xfrm>
        </p:spPr>
        <p:txBody>
          <a:bodyPr wrap="square">
            <a:noAutofit/>
          </a:bodyPr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13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943570"/>
            <a:ext cx="8244916" cy="1242138"/>
          </a:xfrm>
        </p:spPr>
        <p:txBody>
          <a:bodyPr vert="horz" lIns="0" tIns="0" rIns="0" bIns="0" rtlCol="0" anchor="b">
            <a:noAutofit/>
          </a:bodyPr>
          <a:lstStyle>
            <a:lvl1pPr algn="l">
              <a:defRPr lang="en-GB" sz="5000" kern="1200" spc="-15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655014"/>
            <a:ext cx="4766551" cy="1243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kern="1000" spc="-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the story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502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243000"/>
            <a:ext cx="4595100" cy="914288"/>
          </a:xfrm>
        </p:spPr>
        <p:txBody>
          <a:bodyPr vert="horz" lIns="0" tIns="0" rIns="0" bIns="0" rtlCol="0" anchor="b" anchorCtr="0">
            <a:noAutofit/>
          </a:bodyPr>
          <a:lstStyle>
            <a:lvl1pPr algn="l">
              <a:defRPr lang="en-GB" sz="2800" kern="0" spc="-10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58139"/>
            <a:ext cx="3109200" cy="23637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spc="-3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860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144718"/>
            <a:ext cx="8229600" cy="1008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17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144718"/>
            <a:ext cx="8229600" cy="1008000"/>
          </a:xfrm>
        </p:spPr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2448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144718"/>
            <a:ext cx="8229600" cy="1008000"/>
          </a:xfrm>
        </p:spPr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8838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96000" y="466341"/>
            <a:ext cx="8229600" cy="39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255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608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 marL="0" indent="0">
              <a:buFontTx/>
              <a:buNone/>
              <a:defRPr sz="8000" b="1" spc="-150" baseline="0">
                <a:solidFill>
                  <a:srgbClr val="0065A0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smtClean="0"/>
              <a:t>Click to add quote or</a:t>
            </a:r>
            <a:br>
              <a:rPr lang="en-GB" dirty="0" smtClean="0"/>
            </a:br>
            <a:r>
              <a:rPr lang="en-GB" dirty="0" smtClean="0"/>
              <a:t>big text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02367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11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ront page">
    <p:bg>
      <p:bgPr>
        <a:solidFill>
          <a:srgbClr val="9AC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front page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4183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front page">
    <p:bg>
      <p:bgPr>
        <a:solidFill>
          <a:srgbClr val="F0B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400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038867"/>
            <a:ext cx="7324914" cy="1599642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5999" y="2797067"/>
            <a:ext cx="7326000" cy="783431"/>
          </a:xfrm>
        </p:spPr>
        <p:txBody>
          <a:bodyPr wrap="square">
            <a:noAutofit/>
          </a:bodyPr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1459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943570"/>
            <a:ext cx="8244916" cy="1242138"/>
          </a:xfrm>
        </p:spPr>
        <p:txBody>
          <a:bodyPr vert="horz" lIns="0" tIns="0" rIns="0" bIns="0" rtlCol="0" anchor="b">
            <a:noAutofit/>
          </a:bodyPr>
          <a:lstStyle>
            <a:lvl1pPr algn="l">
              <a:defRPr lang="en-GB" sz="5000" kern="1200" spc="-15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655014"/>
            <a:ext cx="4766551" cy="1243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kern="1000" spc="-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204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243000"/>
            <a:ext cx="4595100" cy="914288"/>
          </a:xfrm>
        </p:spPr>
        <p:txBody>
          <a:bodyPr vert="horz" lIns="0" tIns="0" rIns="0" bIns="0" rtlCol="0" anchor="b" anchorCtr="0">
            <a:noAutofit/>
          </a:bodyPr>
          <a:lstStyle>
            <a:lvl1pPr algn="l">
              <a:defRPr lang="en-GB" sz="2800" kern="0" spc="-10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58139"/>
            <a:ext cx="3109200" cy="23637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spc="-3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0821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1266826"/>
            <a:ext cx="8229600" cy="310514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16986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4015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38984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210276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16342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 marL="0" indent="0">
              <a:buFontTx/>
              <a:buNone/>
              <a:defRPr sz="8000" b="1" spc="-150" baseline="0">
                <a:solidFill>
                  <a:srgbClr val="D51067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smtClean="0"/>
              <a:t>Click to add quote or</a:t>
            </a:r>
            <a:br>
              <a:rPr lang="en-GB" dirty="0" smtClean="0"/>
            </a:br>
            <a:r>
              <a:rPr lang="en-GB" dirty="0" smtClean="0"/>
              <a:t>big text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806821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849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ront page">
    <p:bg>
      <p:bgPr>
        <a:solidFill>
          <a:srgbClr val="9AC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front page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77976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front page">
    <p:bg>
      <p:bgPr>
        <a:solidFill>
          <a:srgbClr val="BDE0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22018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038867"/>
            <a:ext cx="7324914" cy="1599642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5998" y="2797067"/>
            <a:ext cx="5528551" cy="783431"/>
          </a:xfrm>
        </p:spPr>
        <p:txBody>
          <a:bodyPr wrap="square">
            <a:noAutofit/>
          </a:bodyPr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54643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943570"/>
            <a:ext cx="8244916" cy="1242138"/>
          </a:xfrm>
        </p:spPr>
        <p:txBody>
          <a:bodyPr vert="horz" lIns="0" tIns="0" rIns="0" bIns="0" rtlCol="0" anchor="b">
            <a:noAutofit/>
          </a:bodyPr>
          <a:lstStyle>
            <a:lvl1pPr algn="l">
              <a:defRPr lang="en-GB" sz="5000" kern="1200" spc="-15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655014"/>
            <a:ext cx="4766551" cy="1243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kern="1000" spc="-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082292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243000"/>
            <a:ext cx="4595100" cy="914288"/>
          </a:xfrm>
        </p:spPr>
        <p:txBody>
          <a:bodyPr vert="horz" lIns="0" tIns="0" rIns="0" bIns="0" rtlCol="0" anchor="b" anchorCtr="0">
            <a:noAutofit/>
          </a:bodyPr>
          <a:lstStyle>
            <a:lvl1pPr algn="l">
              <a:defRPr lang="en-GB" sz="2800" kern="0" spc="-10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58139"/>
            <a:ext cx="3109200" cy="23637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spc="-3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7305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59105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2855744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613926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576855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238829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 marL="0" indent="0">
              <a:buFontTx/>
              <a:buNone/>
              <a:defRPr sz="8000" b="1" spc="-150" baseline="0">
                <a:solidFill>
                  <a:srgbClr val="00833E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smtClean="0"/>
              <a:t>Click to add quote or</a:t>
            </a:r>
            <a:br>
              <a:rPr lang="en-GB" dirty="0" smtClean="0"/>
            </a:br>
            <a:r>
              <a:rPr lang="en-GB" dirty="0" smtClean="0"/>
              <a:t>big text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3158316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162566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ront page">
    <p:bg>
      <p:bgPr>
        <a:solidFill>
          <a:srgbClr val="9AC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front page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294846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front page">
    <p:bg>
      <p:bgPr>
        <a:solidFill>
          <a:srgbClr val="FFBE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08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782000"/>
            <a:ext cx="8229600" cy="857250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rgbClr val="FFFFFF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headline</a:t>
            </a:r>
            <a:endParaRPr lang="en-GB" noProof="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6000" y="2792889"/>
            <a:ext cx="5767200" cy="378042"/>
          </a:xfrm>
        </p:spPr>
        <p:txBody>
          <a:bodyPr wrap="square"/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rgbClr val="FFFFFF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544813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6000" y="1038867"/>
            <a:ext cx="7324914" cy="1599642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spc="-1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95999" y="2797067"/>
            <a:ext cx="7326000" cy="783431"/>
          </a:xfrm>
        </p:spPr>
        <p:txBody>
          <a:bodyPr wrap="square">
            <a:noAutofit/>
          </a:bodyPr>
          <a:lstStyle>
            <a:lvl1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 sz="2700" kern="0" spc="-50" baseline="0">
                <a:solidFill>
                  <a:schemeClr val="bg1"/>
                </a:solidFill>
              </a:defRPr>
            </a:lvl1pPr>
          </a:lstStyle>
          <a:p>
            <a:pPr marL="0" lvl="0" indent="0" defTabSz="457200"/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32203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943570"/>
            <a:ext cx="8244916" cy="1242138"/>
          </a:xfrm>
        </p:spPr>
        <p:txBody>
          <a:bodyPr vert="horz" lIns="0" tIns="0" rIns="0" bIns="0" rtlCol="0" anchor="b">
            <a:noAutofit/>
          </a:bodyPr>
          <a:lstStyle>
            <a:lvl1pPr algn="l">
              <a:defRPr lang="en-GB" sz="5000" kern="1200" spc="-15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655014"/>
            <a:ext cx="4766551" cy="1243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kern="1000" spc="-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805311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000" y="243000"/>
            <a:ext cx="4595100" cy="914288"/>
          </a:xfrm>
        </p:spPr>
        <p:txBody>
          <a:bodyPr vert="horz" lIns="0" tIns="0" rIns="0" bIns="0" rtlCol="0" anchor="b" anchorCtr="0">
            <a:noAutofit/>
          </a:bodyPr>
          <a:lstStyle>
            <a:lvl1pPr algn="l">
              <a:defRPr lang="en-GB" sz="2800" kern="0" spc="-100" baseline="0" dirty="0">
                <a:solidFill>
                  <a:srgbClr val="FFFFFF"/>
                </a:solidFill>
              </a:defRPr>
            </a:lvl1pPr>
          </a:lstStyle>
          <a:p>
            <a:pPr lvl="0" algn="l" defTabSz="457200">
              <a:lnSpc>
                <a:spcPct val="90000"/>
              </a:lnSpc>
            </a:pPr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58139"/>
            <a:ext cx="3109200" cy="23637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spc="-3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 dirty="0" smtClean="0"/>
              <a:t>Click to add text</a:t>
            </a:r>
            <a:endParaRPr lang="en-GB" noProof="0" dirty="0"/>
          </a:p>
        </p:txBody>
      </p:sp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921624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441752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0" y="1267199"/>
            <a:ext cx="3731102" cy="31068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0227819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228337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402398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423861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393700" y="4826000"/>
            <a:ext cx="355600" cy="152400"/>
          </a:xfrm>
        </p:spPr>
        <p:txBody>
          <a:bodyPr/>
          <a:lstStyle/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96000" y="466341"/>
            <a:ext cx="8229600" cy="3906001"/>
          </a:xfrm>
        </p:spPr>
        <p:txBody>
          <a:bodyPr/>
          <a:lstStyle>
            <a:lvl1pPr marL="0" indent="0">
              <a:buFontTx/>
              <a:buNone/>
              <a:defRPr sz="8000" b="1" spc="-150" baseline="0">
                <a:solidFill>
                  <a:srgbClr val="D75F00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 smtClean="0"/>
              <a:t>Click to add quote or</a:t>
            </a:r>
            <a:br>
              <a:rPr lang="en-GB" dirty="0" smtClean="0"/>
            </a:br>
            <a:r>
              <a:rPr lang="en-GB" dirty="0" smtClean="0"/>
              <a:t>big text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027882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FFFFFF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49537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000" y="144718"/>
            <a:ext cx="8229600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 smtClean="0"/>
              <a:t>Click to add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000" y="1266826"/>
            <a:ext cx="8229600" cy="310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3700" y="4826000"/>
            <a:ext cx="355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100" b="1">
                <a:solidFill>
                  <a:srgbClr val="62B3E5"/>
                </a:solidFill>
              </a:defRPr>
            </a:lvl1pPr>
          </a:lstStyle>
          <a:p>
            <a:fld id="{B011C815-80A0-419B-B2CA-C1ACF089CCB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166812" y="4627275"/>
            <a:ext cx="8810379" cy="0"/>
          </a:xfrm>
          <a:prstGeom prst="line">
            <a:avLst/>
          </a:prstGeom>
          <a:ln w="6350">
            <a:solidFill>
              <a:srgbClr val="62B3E5"/>
            </a:solidFill>
          </a:ln>
        </p:spPr>
        <p:txBody>
          <a:bodyPr lIns="0" tIns="0" rIns="0" bIns="0"/>
          <a:lstStyle/>
          <a:p>
            <a:pPr marL="0" marR="0" lvl="0" indent="0" defTabSz="22844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>
                <a:latin typeface="+mn-lt"/>
                <a:ea typeface="+mn-ea"/>
                <a:cs typeface="+mn-cs"/>
                <a:sym typeface="Helvetica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E56386"/>
              </a:solidFill>
              <a:effectLst/>
              <a:uLnTx/>
              <a:uFillTx/>
              <a:latin typeface="Arial"/>
              <a:sym typeface="Helvetica"/>
            </a:endParaRPr>
          </a:p>
        </p:txBody>
      </p:sp>
      <p:pic>
        <p:nvPicPr>
          <p:cNvPr id="8" name="Picture 7" title="FooterLogoWide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03" y="4761532"/>
            <a:ext cx="757160" cy="252386"/>
          </a:xfrm>
          <a:prstGeom prst="rect">
            <a:avLst/>
          </a:prstGeom>
        </p:spPr>
      </p:pic>
      <p:sp>
        <p:nvSpPr>
          <p:cNvPr id="2" name="TIETOCOPYRIGHT"/>
          <p:cNvSpPr txBox="1"/>
          <p:nvPr userDrawn="1"/>
        </p:nvSpPr>
        <p:spPr>
          <a:xfrm>
            <a:off x="762000" y="4813300"/>
            <a:ext cx="1397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sz="1100" spc="-40" smtClean="0">
                <a:solidFill>
                  <a:srgbClr val="62B3E5"/>
                </a:solidFill>
                <a:latin typeface="Arial" panose="020B0604020202020204" pitchFamily="34" charset="0"/>
              </a:rPr>
              <a:t>© Tieto Corporation</a:t>
            </a:r>
            <a:endParaRPr lang="en-US" sz="1100" spc="-40">
              <a:solidFill>
                <a:srgbClr val="62B3E5"/>
              </a:solidFill>
              <a:latin typeface="Arial" panose="020B0604020202020204" pitchFamily="34" charset="0"/>
            </a:endParaRPr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7B7B7B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7B7B7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 kern="0" spc="0" baseline="0">
          <a:solidFill>
            <a:srgbClr val="0065A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400" kern="0" spc="0" baseline="0">
          <a:solidFill>
            <a:srgbClr val="7B7B7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000" kern="0" spc="0" baseline="0">
          <a:solidFill>
            <a:srgbClr val="7B7B7B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5pPr>
      <a:lvl6pPr marL="25146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000" y="144718"/>
            <a:ext cx="8229600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 smtClean="0"/>
              <a:t>Click to add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000" y="1266826"/>
            <a:ext cx="8229600" cy="310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3700" y="4826000"/>
            <a:ext cx="355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100" b="1">
                <a:solidFill>
                  <a:srgbClr val="62B3E5"/>
                </a:solidFill>
              </a:defRPr>
            </a:lvl1pPr>
          </a:lstStyle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Shape 3"/>
          <p:cNvSpPr/>
          <p:nvPr/>
        </p:nvSpPr>
        <p:spPr>
          <a:xfrm>
            <a:off x="166812" y="4627275"/>
            <a:ext cx="8810379" cy="0"/>
          </a:xfrm>
          <a:prstGeom prst="line">
            <a:avLst/>
          </a:prstGeom>
          <a:ln w="6350">
            <a:solidFill>
              <a:srgbClr val="62B3E5"/>
            </a:solidFill>
          </a:ln>
        </p:spPr>
        <p:txBody>
          <a:bodyPr lIns="0" tIns="0" rIns="0" bIns="0"/>
          <a:lstStyle/>
          <a:p>
            <a:pPr marL="0" marR="0" lvl="0" indent="0" defTabSz="22844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>
                <a:latin typeface="+mn-lt"/>
                <a:ea typeface="+mn-ea"/>
                <a:cs typeface="+mn-cs"/>
                <a:sym typeface="Helvetica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E56386"/>
              </a:solidFill>
              <a:effectLst/>
              <a:uLnTx/>
              <a:uFillTx/>
              <a:latin typeface="Arial"/>
              <a:sym typeface="Helvetica"/>
            </a:endParaRPr>
          </a:p>
        </p:txBody>
      </p:sp>
      <p:pic>
        <p:nvPicPr>
          <p:cNvPr id="8" name="Picture 7" title="FooterLogoWide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03" y="4761532"/>
            <a:ext cx="757160" cy="252386"/>
          </a:xfrm>
          <a:prstGeom prst="rect">
            <a:avLst/>
          </a:prstGeom>
        </p:spPr>
      </p:pic>
      <p:sp>
        <p:nvSpPr>
          <p:cNvPr id="2" name="TIETOCOPYRIGHT"/>
          <p:cNvSpPr txBox="1"/>
          <p:nvPr userDrawn="1"/>
        </p:nvSpPr>
        <p:spPr>
          <a:xfrm>
            <a:off x="762000" y="4813300"/>
            <a:ext cx="1397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sz="1100" spc="-40" smtClean="0">
                <a:solidFill>
                  <a:srgbClr val="62B3E5"/>
                </a:solidFill>
                <a:latin typeface="Arial" panose="020B0604020202020204" pitchFamily="34" charset="0"/>
              </a:rPr>
              <a:t>© Tieto Corporation</a:t>
            </a:r>
            <a:endParaRPr lang="en-US" sz="1100" spc="-40">
              <a:solidFill>
                <a:srgbClr val="62B3E5"/>
              </a:solidFill>
              <a:latin typeface="Arial" panose="020B0604020202020204" pitchFamily="34" charset="0"/>
            </a:endParaRPr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7B7B7B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7B7B7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7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 kern="0" spc="0" baseline="0">
          <a:solidFill>
            <a:srgbClr val="D5106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400" kern="0" spc="0" baseline="0">
          <a:solidFill>
            <a:srgbClr val="7B7B7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000" kern="0" spc="0" baseline="0">
          <a:solidFill>
            <a:srgbClr val="7B7B7B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5pPr>
      <a:lvl6pPr marL="25146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000" y="144718"/>
            <a:ext cx="8229600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 smtClean="0"/>
              <a:t>Click to add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000" y="1266826"/>
            <a:ext cx="8229600" cy="310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3700" y="4826000"/>
            <a:ext cx="355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100" b="1">
                <a:solidFill>
                  <a:srgbClr val="62B3E5"/>
                </a:solidFill>
              </a:defRPr>
            </a:lvl1pPr>
          </a:lstStyle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Shape 3"/>
          <p:cNvSpPr/>
          <p:nvPr/>
        </p:nvSpPr>
        <p:spPr>
          <a:xfrm>
            <a:off x="166812" y="4627275"/>
            <a:ext cx="8810379" cy="0"/>
          </a:xfrm>
          <a:prstGeom prst="line">
            <a:avLst/>
          </a:prstGeom>
          <a:ln w="6350">
            <a:solidFill>
              <a:srgbClr val="62B3E5"/>
            </a:solidFill>
          </a:ln>
        </p:spPr>
        <p:txBody>
          <a:bodyPr lIns="0" tIns="0" rIns="0" bIns="0"/>
          <a:lstStyle/>
          <a:p>
            <a:pPr marL="0" marR="0" lvl="0" indent="0" defTabSz="22844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>
                <a:latin typeface="+mn-lt"/>
                <a:ea typeface="+mn-ea"/>
                <a:cs typeface="+mn-cs"/>
                <a:sym typeface="Helvetica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E56386"/>
              </a:solidFill>
              <a:effectLst/>
              <a:uLnTx/>
              <a:uFillTx/>
              <a:latin typeface="Arial"/>
              <a:sym typeface="Helvetica"/>
            </a:endParaRPr>
          </a:p>
        </p:txBody>
      </p:sp>
      <p:pic>
        <p:nvPicPr>
          <p:cNvPr id="8" name="Picture 7" title="FooterLogoWide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03" y="4761532"/>
            <a:ext cx="757160" cy="252386"/>
          </a:xfrm>
          <a:prstGeom prst="rect">
            <a:avLst/>
          </a:prstGeom>
        </p:spPr>
      </p:pic>
      <p:sp>
        <p:nvSpPr>
          <p:cNvPr id="2" name="TIETOCOPYRIGHT"/>
          <p:cNvSpPr txBox="1"/>
          <p:nvPr userDrawn="1"/>
        </p:nvSpPr>
        <p:spPr>
          <a:xfrm>
            <a:off x="762000" y="4813300"/>
            <a:ext cx="1397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sz="1100" spc="-40" smtClean="0">
                <a:solidFill>
                  <a:srgbClr val="62B3E5"/>
                </a:solidFill>
                <a:latin typeface="Arial" panose="020B0604020202020204" pitchFamily="34" charset="0"/>
              </a:rPr>
              <a:t>© Tieto Corporation</a:t>
            </a:r>
            <a:endParaRPr lang="en-US" sz="1100" spc="-40">
              <a:solidFill>
                <a:srgbClr val="62B3E5"/>
              </a:solidFill>
              <a:latin typeface="Arial" panose="020B0604020202020204" pitchFamily="34" charset="0"/>
            </a:endParaRPr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7B7B7B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7B7B7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23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 kern="0" spc="0" baseline="0">
          <a:solidFill>
            <a:srgbClr val="00833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400" kern="0" spc="0" baseline="0">
          <a:solidFill>
            <a:srgbClr val="7B7B7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000" kern="0" spc="0" baseline="0">
          <a:solidFill>
            <a:srgbClr val="7B7B7B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5pPr>
      <a:lvl6pPr marL="25146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000" y="144718"/>
            <a:ext cx="8229600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 smtClean="0"/>
              <a:t>Click to add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000" y="1266826"/>
            <a:ext cx="8229600" cy="310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smtClean="0"/>
              <a:t>Click to add text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3700" y="4826000"/>
            <a:ext cx="355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100" b="1">
                <a:solidFill>
                  <a:srgbClr val="62B3E5"/>
                </a:solidFill>
              </a:defRPr>
            </a:lvl1pPr>
          </a:lstStyle>
          <a:p>
            <a:fld id="{F7E2903A-6526-4E0B-828D-C3168703526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Shape 3"/>
          <p:cNvSpPr/>
          <p:nvPr/>
        </p:nvSpPr>
        <p:spPr>
          <a:xfrm>
            <a:off x="166812" y="4627275"/>
            <a:ext cx="8810379" cy="0"/>
          </a:xfrm>
          <a:prstGeom prst="line">
            <a:avLst/>
          </a:prstGeom>
          <a:ln w="6350">
            <a:solidFill>
              <a:srgbClr val="62B3E5"/>
            </a:solidFill>
          </a:ln>
        </p:spPr>
        <p:txBody>
          <a:bodyPr lIns="0" tIns="0" rIns="0" bIns="0"/>
          <a:lstStyle/>
          <a:p>
            <a:pPr marL="0" marR="0" lvl="0" indent="0" defTabSz="22844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>
                <a:latin typeface="+mn-lt"/>
                <a:ea typeface="+mn-ea"/>
                <a:cs typeface="+mn-cs"/>
                <a:sym typeface="Helvetica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E56386"/>
              </a:solidFill>
              <a:effectLst/>
              <a:uLnTx/>
              <a:uFillTx/>
              <a:latin typeface="Arial"/>
              <a:sym typeface="Helvetica"/>
            </a:endParaRPr>
          </a:p>
        </p:txBody>
      </p:sp>
      <p:pic>
        <p:nvPicPr>
          <p:cNvPr id="8" name="Picture 7" title="FooterLogoWide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03" y="4761532"/>
            <a:ext cx="757160" cy="252386"/>
          </a:xfrm>
          <a:prstGeom prst="rect">
            <a:avLst/>
          </a:prstGeom>
        </p:spPr>
      </p:pic>
      <p:sp>
        <p:nvSpPr>
          <p:cNvPr id="2" name="TIETOCOPYRIGHT"/>
          <p:cNvSpPr txBox="1"/>
          <p:nvPr userDrawn="1"/>
        </p:nvSpPr>
        <p:spPr>
          <a:xfrm>
            <a:off x="762000" y="4813300"/>
            <a:ext cx="1397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sz="1100" spc="-40" smtClean="0">
                <a:solidFill>
                  <a:srgbClr val="62B3E5"/>
                </a:solidFill>
                <a:latin typeface="Arial" panose="020B0604020202020204" pitchFamily="34" charset="0"/>
              </a:rPr>
              <a:t>© Tieto Corporation</a:t>
            </a:r>
            <a:endParaRPr lang="en-US" sz="1100" spc="-40">
              <a:solidFill>
                <a:srgbClr val="62B3E5"/>
              </a:solidFill>
              <a:latin typeface="Arial" panose="020B0604020202020204" pitchFamily="34" charset="0"/>
            </a:endParaRPr>
          </a:p>
        </p:txBody>
      </p:sp>
      <p:sp>
        <p:nvSpPr>
          <p:cNvPr id="3" name="TIETOCONFIDENTIALTEXT"/>
          <p:cNvSpPr txBox="1"/>
          <p:nvPr userDrawn="1"/>
        </p:nvSpPr>
        <p:spPr>
          <a:xfrm rot="16200000">
            <a:off x="7975600" y="1016000"/>
            <a:ext cx="1803400" cy="1524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US" sz="800" smtClean="0">
                <a:solidFill>
                  <a:srgbClr val="7B7B7B"/>
                </a:solidFill>
                <a:latin typeface="Arial" panose="020B0604020202020204" pitchFamily="34" charset="0"/>
              </a:rPr>
              <a:t>Internal</a:t>
            </a:r>
            <a:endParaRPr lang="en-US" sz="800">
              <a:solidFill>
                <a:srgbClr val="7B7B7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0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 kern="0" spc="0" baseline="0">
          <a:solidFill>
            <a:srgbClr val="D75F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400" kern="0" spc="0" baseline="0">
          <a:solidFill>
            <a:srgbClr val="7B7B7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2000" kern="0" spc="0" baseline="0">
          <a:solidFill>
            <a:srgbClr val="7B7B7B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har char="•"/>
        <a:defRPr sz="1800" kern="0" spc="0" baseline="0">
          <a:solidFill>
            <a:srgbClr val="7B7B7B"/>
          </a:solidFill>
          <a:latin typeface="+mn-lt"/>
        </a:defRPr>
      </a:lvl5pPr>
      <a:lvl6pPr marL="25146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ts val="5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54057" y="628115"/>
            <a:ext cx="8229600" cy="857250"/>
          </a:xfrm>
        </p:spPr>
        <p:txBody>
          <a:bodyPr>
            <a:noAutofit/>
          </a:bodyPr>
          <a:lstStyle/>
          <a:p>
            <a:r>
              <a:rPr lang="en-GB" dirty="0" smtClean="0">
                <a:latin typeface="Calibri Light" panose="020F0302020204030204" pitchFamily="34" charset="0"/>
              </a:rPr>
              <a:t>Unified Robot Framework</a:t>
            </a:r>
            <a:endParaRPr lang="en-GB" dirty="0">
              <a:latin typeface="Calibri Light" panose="020F0302020204030204" pitchFamily="3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570172" y="1617233"/>
            <a:ext cx="5767200" cy="378042"/>
          </a:xfrm>
        </p:spPr>
        <p:txBody>
          <a:bodyPr/>
          <a:lstStyle/>
          <a:p>
            <a:r>
              <a:rPr lang="en-GB" sz="2400" b="1" dirty="0" smtClean="0">
                <a:latin typeface="Calibri Light" panose="020F0302020204030204" pitchFamily="34" charset="0"/>
              </a:rPr>
              <a:t>An Integrated Approach</a:t>
            </a:r>
            <a:endParaRPr lang="en-GB" sz="2400" b="1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84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340661"/>
            <a:ext cx="8229600" cy="1008000"/>
          </a:xfrm>
        </p:spPr>
        <p:txBody>
          <a:bodyPr/>
          <a:lstStyle/>
          <a:p>
            <a:r>
              <a:rPr lang="en-GB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827" y="1477283"/>
            <a:ext cx="8000516" cy="2463345"/>
          </a:xfrm>
        </p:spPr>
        <p:txBody>
          <a:bodyPr/>
          <a:lstStyle/>
          <a:p>
            <a:r>
              <a:rPr lang="en-GB" dirty="0" smtClean="0">
                <a:latin typeface="Calibri Light" panose="020F0302020204030204" pitchFamily="34" charset="0"/>
              </a:rPr>
              <a:t>Purpose</a:t>
            </a:r>
          </a:p>
          <a:p>
            <a:r>
              <a:rPr lang="en-GB" dirty="0" smtClean="0">
                <a:latin typeface="Calibri Light" panose="020F0302020204030204" pitchFamily="34" charset="0"/>
              </a:rPr>
              <a:t>Approach</a:t>
            </a:r>
            <a:endParaRPr lang="en-GB" dirty="0">
              <a:latin typeface="Calibri Light" panose="020F0302020204030204" pitchFamily="34" charset="0"/>
            </a:endParaRPr>
          </a:p>
          <a:p>
            <a:r>
              <a:rPr lang="en-GB" dirty="0">
                <a:latin typeface="Calibri Light" panose="020F0302020204030204" pitchFamily="34" charset="0"/>
              </a:rPr>
              <a:t>Database connections (MySQL / Excel</a:t>
            </a:r>
            <a:r>
              <a:rPr lang="en-GB" dirty="0" smtClean="0">
                <a:latin typeface="Calibri Light" panose="020F0302020204030204" pitchFamily="34" charset="0"/>
              </a:rPr>
              <a:t>)</a:t>
            </a:r>
            <a:endParaRPr lang="en-GB" dirty="0">
              <a:latin typeface="Calibri Light" panose="020F0302020204030204" pitchFamily="34" charset="0"/>
            </a:endParaRPr>
          </a:p>
          <a:p>
            <a:r>
              <a:rPr lang="en-GB" dirty="0">
                <a:latin typeface="Calibri Light" panose="020F0302020204030204" pitchFamily="34" charset="0"/>
              </a:rPr>
              <a:t>Parallel </a:t>
            </a:r>
            <a:r>
              <a:rPr lang="en-GB" dirty="0" smtClean="0">
                <a:latin typeface="Calibri Light" panose="020F0302020204030204" pitchFamily="34" charset="0"/>
              </a:rPr>
              <a:t>execution</a:t>
            </a:r>
            <a:endParaRPr lang="en-GB" dirty="0">
              <a:latin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</a:rPr>
              <a:t>Integration with other tools (</a:t>
            </a:r>
            <a:r>
              <a:rPr lang="en-US" dirty="0" smtClean="0">
                <a:latin typeface="Calibri Light" panose="020F0302020204030204" pitchFamily="34" charset="0"/>
              </a:rPr>
              <a:t>ALM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smtClean="0">
                <a:latin typeface="Calibri Light" panose="020F0302020204030204" pitchFamily="34" charset="0"/>
              </a:rPr>
              <a:t>&amp; </a:t>
            </a:r>
            <a:r>
              <a:rPr lang="en-US" dirty="0">
                <a:latin typeface="Calibri Light" panose="020F0302020204030204" pitchFamily="34" charset="0"/>
              </a:rPr>
              <a:t>JIRA</a:t>
            </a:r>
            <a:r>
              <a:rPr lang="en-US" dirty="0" smtClean="0">
                <a:latin typeface="Calibri Light" panose="020F0302020204030204" pitchFamily="34" charset="0"/>
              </a:rPr>
              <a:t>)</a:t>
            </a:r>
            <a:endParaRPr lang="en-GB" dirty="0">
              <a:latin typeface="Calibri Light" panose="020F0302020204030204" pitchFamily="34" charset="0"/>
            </a:endParaRPr>
          </a:p>
          <a:p>
            <a:r>
              <a:rPr lang="en-GB" dirty="0">
                <a:latin typeface="Calibri Light" panose="020F0302020204030204" pitchFamily="34" charset="0"/>
              </a:rPr>
              <a:t>Team members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9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2596" y="93827"/>
            <a:ext cx="46955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kern="0" spc="-150" dirty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+mj-cs"/>
              </a:rPr>
              <a:t>Why Unified Framework</a:t>
            </a:r>
            <a:endParaRPr lang="en-US" sz="4000" b="1" kern="0" spc="-150" dirty="0">
              <a:solidFill>
                <a:schemeClr val="bg1"/>
              </a:solidFill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1371" y="801713"/>
            <a:ext cx="7874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Baselined framework , readily available to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2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Highly customizable , controlled framework behaviour using configuration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2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Test execution in multiple ways (</a:t>
            </a:r>
            <a:r>
              <a:rPr lang="en-GB" sz="2200" dirty="0" err="1" smtClean="0">
                <a:solidFill>
                  <a:schemeClr val="bg2"/>
                </a:solidFill>
                <a:latin typeface="Calibri Light" panose="020F0302020204030204" pitchFamily="34" charset="0"/>
              </a:rPr>
              <a:t>cmd</a:t>
            </a: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 , RIDE , Jenkins &amp; Windows scheduler)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2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Parallel execution , saving execution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2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2"/>
                </a:solidFill>
                <a:latin typeface="Calibri Light" panose="020F0302020204030204" pitchFamily="34" charset="0"/>
              </a:rPr>
              <a:t>Test data in the choice of database</a:t>
            </a:r>
            <a:endParaRPr lang="en-GB" sz="2200" kern="0" spc="-50" dirty="0">
              <a:solidFill>
                <a:schemeClr val="bg2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 bwMode="auto">
          <a:xfrm>
            <a:off x="341086" y="181428"/>
            <a:ext cx="7339428" cy="809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r>
              <a:rPr lang="en-GB" dirty="0" smtClean="0"/>
              <a:t> Approach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5599" y="1002090"/>
            <a:ext cx="77288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Excel driven execution, multiple modules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Test data </a:t>
            </a: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can be taken from Excel or MySQL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Comprehensive result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Test Case status updated in ALM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Logs attached to Test Set in ALM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Defects automatically logged into JIRA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List of defects &amp; corresponding log maintained locally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All the above functionality can be used just by setting configuration variables</a:t>
            </a:r>
            <a:endParaRPr lang="en-US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23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188686"/>
            <a:ext cx="8853714" cy="559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r>
              <a:rPr lang="en-GB" dirty="0" smtClean="0"/>
              <a:t>Database </a:t>
            </a:r>
            <a:r>
              <a:rPr lang="en-GB" dirty="0"/>
              <a:t>connections (</a:t>
            </a:r>
            <a:r>
              <a:rPr lang="en-GB" dirty="0" smtClean="0"/>
              <a:t>MySQL/Excel</a:t>
            </a:r>
            <a:r>
              <a:rPr lang="en-GB" dirty="0"/>
              <a:t>)</a:t>
            </a:r>
            <a:endParaRPr lang="en-US" dirty="0"/>
          </a:p>
          <a:p>
            <a:endParaRPr lang="en-GB" sz="2400" dirty="0">
              <a:solidFill>
                <a:srgbClr val="7B7B7B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199" y="932840"/>
            <a:ext cx="8563429" cy="306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Scalable to connect to any  database once the libraries associated with it are installed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Enables database operations like </a:t>
            </a: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fetching , updating and    </a:t>
            </a:r>
            <a:r>
              <a:rPr lang="en-US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deleting </a:t>
            </a: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the </a:t>
            </a:r>
            <a:r>
              <a:rPr lang="en-US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records</a:t>
            </a:r>
            <a:endParaRPr lang="en-US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Robot Framework and MySQL Connection done </a:t>
            </a:r>
            <a:r>
              <a:rPr lang="en-GB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by installing </a:t>
            </a: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appropriate Libraries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363524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3439" y="144642"/>
            <a:ext cx="5765090" cy="70763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800" b="1" kern="0" dirty="0">
                <a:solidFill>
                  <a:srgbClr val="0065A0"/>
                </a:solidFill>
                <a:latin typeface="+mj-lt"/>
                <a:ea typeface="+mj-ea"/>
                <a:cs typeface="+mj-cs"/>
              </a:rPr>
              <a:t>Parallel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238" y="932469"/>
            <a:ext cx="85028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Involves running a suite of automated tests in parallel as opposed to </a:t>
            </a:r>
            <a:r>
              <a:rPr lang="en-US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sequentially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Has some fantastic advantages to improve overall software development life cycle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kern="0" dirty="0" err="1">
                <a:solidFill>
                  <a:srgbClr val="7B7B7B"/>
                </a:solidFill>
                <a:latin typeface="Calibri Light" panose="020F0302020204030204" pitchFamily="34" charset="0"/>
              </a:rPr>
              <a:t>Pabot</a:t>
            </a: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 is a parallel executor for Robot Framework tests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one execution can be spilt into multiple to save time</a:t>
            </a:r>
            <a:endParaRPr lang="en-GB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655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3700" y="265032"/>
            <a:ext cx="5942890" cy="76482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3800" b="1" kern="0" dirty="0">
                <a:solidFill>
                  <a:srgbClr val="0065A0"/>
                </a:solidFill>
                <a:latin typeface="+mj-lt"/>
                <a:ea typeface="+mj-ea"/>
                <a:cs typeface="+mj-cs"/>
              </a:rPr>
              <a:t>MySQL DB Connection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439" y="1283504"/>
            <a:ext cx="800462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Robot Framework and MySQL Connection can be done </a:t>
            </a:r>
            <a:r>
              <a:rPr lang="en-GB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 </a:t>
            </a: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installing appropriate Libraries</a:t>
            </a: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GB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Enables database operations like </a:t>
            </a: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fetching , updating and    </a:t>
            </a:r>
            <a:r>
              <a:rPr lang="en-US" sz="2400" kern="0" dirty="0" smtClean="0">
                <a:solidFill>
                  <a:srgbClr val="7B7B7B"/>
                </a:solidFill>
                <a:latin typeface="Calibri Light" panose="020F0302020204030204" pitchFamily="34" charset="0"/>
              </a:rPr>
              <a:t>deleting </a:t>
            </a:r>
            <a:r>
              <a:rPr lang="en-US" sz="2400" kern="0" dirty="0">
                <a:solidFill>
                  <a:srgbClr val="7B7B7B"/>
                </a:solidFill>
                <a:latin typeface="Calibri Light" panose="020F0302020204030204" pitchFamily="34" charset="0"/>
              </a:rPr>
              <a:t>the records</a:t>
            </a:r>
            <a:endParaRPr lang="en-GB" sz="2400" kern="0" dirty="0">
              <a:solidFill>
                <a:srgbClr val="7B7B7B"/>
              </a:solidFill>
              <a:latin typeface="Calibri Light" panose="020F0302020204030204" pitchFamily="34" charset="0"/>
            </a:endParaRPr>
          </a:p>
          <a:p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smtClean="0">
                <a:solidFill>
                  <a:schemeClr val="bg1"/>
                </a:solidFill>
              </a:rPr>
              <a:t/>
            </a:r>
            <a:br>
              <a:rPr lang="en-GB" sz="2200" dirty="0" smtClean="0">
                <a:solidFill>
                  <a:schemeClr val="bg1"/>
                </a:solidFill>
              </a:rPr>
            </a:br>
            <a:endParaRPr lang="en-GB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03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8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 bwMode="auto">
          <a:xfrm>
            <a:off x="355600" y="312056"/>
            <a:ext cx="8193314" cy="708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US" dirty="0"/>
              <a:t>Integrations with Robot Framework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355600" y="1469011"/>
            <a:ext cx="4056743" cy="147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2200" kern="0" spc="0" baseline="0">
                <a:solidFill>
                  <a:srgbClr val="7B7B7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800" kern="0" spc="0" baseline="0">
                <a:solidFill>
                  <a:srgbClr val="7B7B7B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ALM </a:t>
            </a:r>
            <a:r>
              <a:rPr lang="en-US" sz="2400" dirty="0" smtClean="0">
                <a:latin typeface="Calibri Light" panose="020F0302020204030204" pitchFamily="34" charset="0"/>
              </a:rPr>
              <a:t>Integration</a:t>
            </a:r>
          </a:p>
          <a:p>
            <a:pPr>
              <a:lnSpc>
                <a:spcPct val="115000"/>
              </a:lnSpc>
            </a:pPr>
            <a:r>
              <a:rPr lang="en-US" sz="2400" dirty="0" smtClean="0">
                <a:latin typeface="Calibri Light" panose="020F0302020204030204" pitchFamily="34" charset="0"/>
              </a:rPr>
              <a:t>Jira </a:t>
            </a:r>
            <a:r>
              <a:rPr lang="en-US" sz="2400" dirty="0">
                <a:latin typeface="Calibri Light" panose="020F0302020204030204" pitchFamily="34" charset="0"/>
              </a:rPr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54626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90286" y="333827"/>
            <a:ext cx="7324914" cy="700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US" dirty="0" smtClean="0"/>
              <a:t> ALM </a:t>
            </a:r>
            <a:r>
              <a:rPr lang="en-US" dirty="0"/>
              <a:t>Integration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5600" y="1294838"/>
            <a:ext cx="7326000" cy="1898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2200" kern="0" spc="0" baseline="0">
                <a:solidFill>
                  <a:srgbClr val="7B7B7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800" kern="0" spc="0" baseline="0">
                <a:solidFill>
                  <a:srgbClr val="7B7B7B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Update execution logs in </a:t>
            </a:r>
            <a:r>
              <a:rPr lang="en-US" sz="2400" dirty="0" smtClean="0">
                <a:latin typeface="Calibri Light" panose="020F0302020204030204" pitchFamily="34" charset="0"/>
              </a:rPr>
              <a:t>ALM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Update test case results in </a:t>
            </a:r>
            <a:r>
              <a:rPr lang="en-US" sz="2400" dirty="0" smtClean="0">
                <a:latin typeface="Calibri Light" panose="020F0302020204030204" pitchFamily="34" charset="0"/>
              </a:rPr>
              <a:t>ALM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Useful for historical data </a:t>
            </a:r>
            <a:r>
              <a:rPr lang="en-US" sz="2400" dirty="0" smtClean="0">
                <a:latin typeface="Calibri Light" panose="020F0302020204030204" pitchFamily="34" charset="0"/>
              </a:rPr>
              <a:t>analysis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All execution related data at one central repository</a:t>
            </a:r>
          </a:p>
        </p:txBody>
      </p:sp>
    </p:spTree>
    <p:extLst>
      <p:ext uri="{BB962C8B-B14F-4D97-AF65-F5344CB8AC3E}">
        <p14:creationId xmlns:p14="http://schemas.microsoft.com/office/powerpoint/2010/main" val="129787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52915" y="220781"/>
            <a:ext cx="7064342" cy="87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US" dirty="0" smtClean="0"/>
              <a:t> Jira </a:t>
            </a:r>
            <a:r>
              <a:rPr lang="en-US" dirty="0"/>
              <a:t>Integration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52915" y="1280324"/>
            <a:ext cx="7326000" cy="2486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2200" kern="0" spc="0" baseline="0">
                <a:solidFill>
                  <a:srgbClr val="7B7B7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800" kern="0" spc="0" baseline="0">
                <a:solidFill>
                  <a:srgbClr val="7B7B7B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Update Jira issue for test execution </a:t>
            </a:r>
            <a:r>
              <a:rPr lang="en-US" sz="2400" dirty="0" smtClean="0">
                <a:latin typeface="Calibri Light" panose="020F0302020204030204" pitchFamily="34" charset="0"/>
              </a:rPr>
              <a:t>results/reports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Create defects in </a:t>
            </a:r>
            <a:r>
              <a:rPr lang="en-US" sz="2400" dirty="0" smtClean="0">
                <a:latin typeface="Calibri Light" panose="020F0302020204030204" pitchFamily="34" charset="0"/>
              </a:rPr>
              <a:t>Jira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Update/comment on any existing Jira </a:t>
            </a:r>
            <a:r>
              <a:rPr lang="en-US" sz="2400" dirty="0" smtClean="0">
                <a:latin typeface="Calibri Light" panose="020F0302020204030204" pitchFamily="34" charset="0"/>
              </a:rPr>
              <a:t>issue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Assign Jira issue to new </a:t>
            </a:r>
            <a:r>
              <a:rPr lang="en-US" sz="2400" dirty="0" smtClean="0">
                <a:latin typeface="Calibri Light" panose="020F0302020204030204" pitchFamily="34" charset="0"/>
              </a:rPr>
              <a:t>user</a:t>
            </a:r>
            <a:endParaRPr lang="en-US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400" dirty="0">
                <a:latin typeface="Calibri Light" panose="020F0302020204030204" pitchFamily="34" charset="0"/>
              </a:rPr>
              <a:t>Add attachment to the existing Jira issue</a:t>
            </a:r>
          </a:p>
        </p:txBody>
      </p:sp>
    </p:spTree>
    <p:extLst>
      <p:ext uri="{BB962C8B-B14F-4D97-AF65-F5344CB8AC3E}">
        <p14:creationId xmlns:p14="http://schemas.microsoft.com/office/powerpoint/2010/main" val="15918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1C815-80A0-419B-B2CA-C1ACF089CCB6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21828" y="239485"/>
            <a:ext cx="7324914" cy="83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 kern="0" spc="0" baseline="0">
                <a:solidFill>
                  <a:srgbClr val="0065A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GB" dirty="0" smtClean="0"/>
              <a:t> Team </a:t>
            </a:r>
            <a:r>
              <a:rPr lang="en-GB" dirty="0"/>
              <a:t>members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5600" y="1396439"/>
            <a:ext cx="7326000" cy="2994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2200" kern="0" spc="0" baseline="0">
                <a:solidFill>
                  <a:srgbClr val="7B7B7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800" kern="0" spc="0" baseline="0">
                <a:solidFill>
                  <a:srgbClr val="7B7B7B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har char="•"/>
              <a:defRPr sz="1700" kern="0" spc="0" baseline="0">
                <a:solidFill>
                  <a:srgbClr val="7B7B7B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2400" dirty="0">
                <a:latin typeface="Calibri Light" panose="020F0302020204030204" pitchFamily="34" charset="0"/>
              </a:rPr>
              <a:t>Priti </a:t>
            </a:r>
            <a:r>
              <a:rPr lang="en-GB" sz="2400" dirty="0" smtClean="0">
                <a:latin typeface="Calibri Light" panose="020F0302020204030204" pitchFamily="34" charset="0"/>
              </a:rPr>
              <a:t>Gaikwad</a:t>
            </a:r>
            <a:endParaRPr lang="en-GB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2400" dirty="0">
                <a:latin typeface="Calibri Light" panose="020F0302020204030204" pitchFamily="34" charset="0"/>
              </a:rPr>
              <a:t>Snehal </a:t>
            </a:r>
            <a:r>
              <a:rPr lang="en-GB" sz="2400" dirty="0" smtClean="0">
                <a:latin typeface="Calibri Light" panose="020F0302020204030204" pitchFamily="34" charset="0"/>
              </a:rPr>
              <a:t>Sawant</a:t>
            </a:r>
            <a:endParaRPr lang="en-GB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2400" dirty="0">
                <a:latin typeface="Calibri Light" panose="020F0302020204030204" pitchFamily="34" charset="0"/>
              </a:rPr>
              <a:t>Chintamani </a:t>
            </a:r>
            <a:r>
              <a:rPr lang="en-GB" sz="2400" dirty="0" smtClean="0">
                <a:latin typeface="Calibri Light" panose="020F0302020204030204" pitchFamily="34" charset="0"/>
              </a:rPr>
              <a:t>Bapat</a:t>
            </a:r>
            <a:endParaRPr lang="en-GB" sz="2400" dirty="0">
              <a:latin typeface="Calibri Light" panose="020F03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2400" dirty="0">
                <a:latin typeface="Calibri Light" panose="020F0302020204030204" pitchFamily="34" charset="0"/>
              </a:rPr>
              <a:t>Veena </a:t>
            </a:r>
            <a:r>
              <a:rPr lang="en-GB" sz="2400" dirty="0" smtClean="0">
                <a:latin typeface="Calibri Light" panose="020F0302020204030204" pitchFamily="34" charset="0"/>
              </a:rPr>
              <a:t>Katiyar</a:t>
            </a:r>
          </a:p>
          <a:p>
            <a:pPr>
              <a:lnSpc>
                <a:spcPct val="115000"/>
              </a:lnSpc>
            </a:pPr>
            <a:r>
              <a:rPr lang="en-GB" sz="2400" dirty="0" smtClean="0">
                <a:latin typeface="Calibri Light" panose="020F0302020204030204" pitchFamily="34" charset="0"/>
              </a:rPr>
              <a:t>Priyaranjan Mohanty</a:t>
            </a:r>
            <a:endParaRPr lang="en-GB" sz="24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91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ACTINFO"/>
          <p:cNvSpPr txBox="1"/>
          <p:nvPr/>
        </p:nvSpPr>
        <p:spPr>
          <a:xfrm>
            <a:off x="406400" y="4020403"/>
            <a:ext cx="5123197" cy="8309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Veena Katiyar</a:t>
            </a:r>
          </a:p>
          <a:p>
            <a:endParaRPr lang="en-US" sz="1000" dirty="0" smtClean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sz="1000" dirty="0" smtClean="0">
                <a:solidFill>
                  <a:schemeClr val="bg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Senior Test Engineer</a:t>
            </a:r>
          </a:p>
          <a:p>
            <a:r>
              <a:rPr lang="en-US" sz="1000" dirty="0" smtClean="0">
                <a:solidFill>
                  <a:schemeClr val="bg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Tieto, ZST Technology Services and Modernization / ZSTAD Custom Applications Delivery</a:t>
            </a:r>
          </a:p>
          <a:p>
            <a:r>
              <a:rPr lang="en-US" sz="1000" dirty="0" smtClean="0">
                <a:solidFill>
                  <a:schemeClr val="bg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veena.katiyar@tieto.com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9046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page blue">
  <a:themeElements>
    <a:clrScheme name="Tieto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6CC04A"/>
      </a:accent3>
      <a:accent4>
        <a:srgbClr val="F78D2E"/>
      </a:accent4>
      <a:accent5>
        <a:srgbClr val="9ACAEB"/>
      </a:accent5>
      <a:accent6>
        <a:srgbClr val="BDE093"/>
      </a:accent6>
      <a:hlink>
        <a:srgbClr val="62B3E5"/>
      </a:hlink>
      <a:folHlink>
        <a:srgbClr val="62B3E5"/>
      </a:folHlink>
    </a:clrScheme>
    <a:fontScheme name="Tie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smtClean="0">
            <a:ln>
              <a:noFill/>
            </a:ln>
            <a:solidFill>
              <a:srgbClr val="FFFF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ieto 1">
        <a:dk1>
          <a:srgbClr val="000000"/>
        </a:dk1>
        <a:lt1>
          <a:srgbClr val="FFFFFF"/>
        </a:lt1>
        <a:dk2>
          <a:srgbClr val="95C540"/>
        </a:dk2>
        <a:lt2>
          <a:srgbClr val="FFFFFF"/>
        </a:lt2>
        <a:accent1>
          <a:srgbClr val="E62859"/>
        </a:accent1>
        <a:accent2>
          <a:srgbClr val="F7A945"/>
        </a:accent2>
        <a:accent3>
          <a:srgbClr val="FFFFFF"/>
        </a:accent3>
        <a:accent4>
          <a:srgbClr val="000000"/>
        </a:accent4>
        <a:accent5>
          <a:srgbClr val="F0ACB5"/>
        </a:accent5>
        <a:accent6>
          <a:srgbClr val="E0993E"/>
        </a:accent6>
        <a:hlink>
          <a:srgbClr val="00A0D6"/>
        </a:hlink>
        <a:folHlink>
          <a:srgbClr val="76CE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ietoWide.potx" id="{631E5447-F0A5-4CC7-8861-A8F275F4B706}" vid="{D1C9AA22-C90F-437A-9BEF-ADD9267EEF0B}"/>
    </a:ext>
  </a:extLst>
</a:theme>
</file>

<file path=ppt/theme/theme2.xml><?xml version="1.0" encoding="utf-8"?>
<a:theme xmlns:a="http://schemas.openxmlformats.org/drawingml/2006/main" name="Content page red">
  <a:themeElements>
    <a:clrScheme name="Tieto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6CC04A"/>
      </a:accent3>
      <a:accent4>
        <a:srgbClr val="F78D2E"/>
      </a:accent4>
      <a:accent5>
        <a:srgbClr val="9ACAEB"/>
      </a:accent5>
      <a:accent6>
        <a:srgbClr val="BDE093"/>
      </a:accent6>
      <a:hlink>
        <a:srgbClr val="62B3E5"/>
      </a:hlink>
      <a:folHlink>
        <a:srgbClr val="62B3E5"/>
      </a:folHlink>
    </a:clrScheme>
    <a:fontScheme name="Tie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ieto 1">
        <a:dk1>
          <a:srgbClr val="000000"/>
        </a:dk1>
        <a:lt1>
          <a:srgbClr val="FFFFFF"/>
        </a:lt1>
        <a:dk2>
          <a:srgbClr val="95C540"/>
        </a:dk2>
        <a:lt2>
          <a:srgbClr val="FFFFFF"/>
        </a:lt2>
        <a:accent1>
          <a:srgbClr val="E62859"/>
        </a:accent1>
        <a:accent2>
          <a:srgbClr val="F7A945"/>
        </a:accent2>
        <a:accent3>
          <a:srgbClr val="FFFFFF"/>
        </a:accent3>
        <a:accent4>
          <a:srgbClr val="000000"/>
        </a:accent4>
        <a:accent5>
          <a:srgbClr val="F0ACB5"/>
        </a:accent5>
        <a:accent6>
          <a:srgbClr val="E0993E"/>
        </a:accent6>
        <a:hlink>
          <a:srgbClr val="00A0D6"/>
        </a:hlink>
        <a:folHlink>
          <a:srgbClr val="76CE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ietoWide.potx" id="{631E5447-F0A5-4CC7-8861-A8F275F4B706}" vid="{D79DA9D6-450F-473E-8D37-7C5B32A99E29}"/>
    </a:ext>
  </a:extLst>
</a:theme>
</file>

<file path=ppt/theme/theme3.xml><?xml version="1.0" encoding="utf-8"?>
<a:theme xmlns:a="http://schemas.openxmlformats.org/drawingml/2006/main" name="Content page green">
  <a:themeElements>
    <a:clrScheme name="Tieto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6CC04A"/>
      </a:accent3>
      <a:accent4>
        <a:srgbClr val="F78D2E"/>
      </a:accent4>
      <a:accent5>
        <a:srgbClr val="9ACAEB"/>
      </a:accent5>
      <a:accent6>
        <a:srgbClr val="BDE093"/>
      </a:accent6>
      <a:hlink>
        <a:srgbClr val="62B3E5"/>
      </a:hlink>
      <a:folHlink>
        <a:srgbClr val="62B3E5"/>
      </a:folHlink>
    </a:clrScheme>
    <a:fontScheme name="Tie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ieto 1">
        <a:dk1>
          <a:srgbClr val="000000"/>
        </a:dk1>
        <a:lt1>
          <a:srgbClr val="FFFFFF"/>
        </a:lt1>
        <a:dk2>
          <a:srgbClr val="95C540"/>
        </a:dk2>
        <a:lt2>
          <a:srgbClr val="FFFFFF"/>
        </a:lt2>
        <a:accent1>
          <a:srgbClr val="E62859"/>
        </a:accent1>
        <a:accent2>
          <a:srgbClr val="F7A945"/>
        </a:accent2>
        <a:accent3>
          <a:srgbClr val="FFFFFF"/>
        </a:accent3>
        <a:accent4>
          <a:srgbClr val="000000"/>
        </a:accent4>
        <a:accent5>
          <a:srgbClr val="F0ACB5"/>
        </a:accent5>
        <a:accent6>
          <a:srgbClr val="E0993E"/>
        </a:accent6>
        <a:hlink>
          <a:srgbClr val="00A0D6"/>
        </a:hlink>
        <a:folHlink>
          <a:srgbClr val="76CE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ietoWide.potx" id="{631E5447-F0A5-4CC7-8861-A8F275F4B706}" vid="{253400C8-6DC2-45CC-B9C6-ED93CE51EAE6}"/>
    </a:ext>
  </a:extLst>
</a:theme>
</file>

<file path=ppt/theme/theme4.xml><?xml version="1.0" encoding="utf-8"?>
<a:theme xmlns:a="http://schemas.openxmlformats.org/drawingml/2006/main" name="Content page orange">
  <a:themeElements>
    <a:clrScheme name="Tieto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6CC04A"/>
      </a:accent3>
      <a:accent4>
        <a:srgbClr val="F78D2E"/>
      </a:accent4>
      <a:accent5>
        <a:srgbClr val="9ACAEB"/>
      </a:accent5>
      <a:accent6>
        <a:srgbClr val="BDE093"/>
      </a:accent6>
      <a:hlink>
        <a:srgbClr val="62B3E5"/>
      </a:hlink>
      <a:folHlink>
        <a:srgbClr val="62B3E5"/>
      </a:folHlink>
    </a:clrScheme>
    <a:fontScheme name="Tie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ieto 1">
        <a:dk1>
          <a:srgbClr val="000000"/>
        </a:dk1>
        <a:lt1>
          <a:srgbClr val="FFFFFF"/>
        </a:lt1>
        <a:dk2>
          <a:srgbClr val="95C540"/>
        </a:dk2>
        <a:lt2>
          <a:srgbClr val="FFFFFF"/>
        </a:lt2>
        <a:accent1>
          <a:srgbClr val="E62859"/>
        </a:accent1>
        <a:accent2>
          <a:srgbClr val="F7A945"/>
        </a:accent2>
        <a:accent3>
          <a:srgbClr val="FFFFFF"/>
        </a:accent3>
        <a:accent4>
          <a:srgbClr val="000000"/>
        </a:accent4>
        <a:accent5>
          <a:srgbClr val="F0ACB5"/>
        </a:accent5>
        <a:accent6>
          <a:srgbClr val="E0993E"/>
        </a:accent6>
        <a:hlink>
          <a:srgbClr val="00A0D6"/>
        </a:hlink>
        <a:folHlink>
          <a:srgbClr val="76CE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ietoWide.potx" id="{631E5447-F0A5-4CC7-8861-A8F275F4B706}" vid="{542568A8-5BDA-495E-AA32-427E32DD0D62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FFFFFF"/>
      </a:accent3>
      <a:accent4>
        <a:srgbClr val="6C6C6C"/>
      </a:accent4>
      <a:accent5>
        <a:srgbClr val="B7D6F0"/>
      </a:accent5>
      <a:accent6>
        <a:srgbClr val="CF5978"/>
      </a:accent6>
      <a:hlink>
        <a:srgbClr val="62B3E5"/>
      </a:hlink>
      <a:folHlink>
        <a:srgbClr val="62B3E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62B3E5"/>
      </a:accent1>
      <a:accent2>
        <a:srgbClr val="E56385"/>
      </a:accent2>
      <a:accent3>
        <a:srgbClr val="FFFFFF"/>
      </a:accent3>
      <a:accent4>
        <a:srgbClr val="6C6C6C"/>
      </a:accent4>
      <a:accent5>
        <a:srgbClr val="B7D6F0"/>
      </a:accent5>
      <a:accent6>
        <a:srgbClr val="CF5978"/>
      </a:accent6>
      <a:hlink>
        <a:srgbClr val="62B3E5"/>
      </a:hlink>
      <a:folHlink>
        <a:srgbClr val="62B3E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TietoWide</Template>
  <TotalTime>85</TotalTime>
  <Words>344</Words>
  <Application>Microsoft Office PowerPoint</Application>
  <PresentationFormat>On-screen Show (16:9)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 Light</vt:lpstr>
      <vt:lpstr>Helvetica</vt:lpstr>
      <vt:lpstr>Content page blue</vt:lpstr>
      <vt:lpstr>Content page red</vt:lpstr>
      <vt:lpstr>Content page green</vt:lpstr>
      <vt:lpstr>Content page orange</vt:lpstr>
      <vt:lpstr>Unified Robot Framework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Tieto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Robot Framework</dc:title>
  <dc:creator>Katiyar Veena</dc:creator>
  <cp:lastModifiedBy>Katiyar Veena</cp:lastModifiedBy>
  <cp:revision>8</cp:revision>
  <dcterms:created xsi:type="dcterms:W3CDTF">2017-12-20T04:34:56Z</dcterms:created>
  <dcterms:modified xsi:type="dcterms:W3CDTF">2017-12-20T09:59:53Z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ur8">
    <vt:lpwstr>255,190,133</vt:lpwstr>
  </property>
  <property fmtid="{D5CDD505-2E9C-101B-9397-08002B2CF9AE}" pid="3" name="Colour7">
    <vt:lpwstr>189,224,147</vt:lpwstr>
  </property>
  <property fmtid="{D5CDD505-2E9C-101B-9397-08002B2CF9AE}" pid="4" name="Colour6">
    <vt:lpwstr>240,179,202</vt:lpwstr>
  </property>
  <property fmtid="{D5CDD505-2E9C-101B-9397-08002B2CF9AE}" pid="5" name="Colour5">
    <vt:lpwstr>154,202,235</vt:lpwstr>
  </property>
  <property fmtid="{D5CDD505-2E9C-101B-9397-08002B2CF9AE}" pid="6" name="Colour4">
    <vt:lpwstr>215,95,0</vt:lpwstr>
  </property>
  <property fmtid="{D5CDD505-2E9C-101B-9397-08002B2CF9AE}" pid="7" name="Colour3">
    <vt:lpwstr>0,131,62</vt:lpwstr>
  </property>
  <property fmtid="{D5CDD505-2E9C-101B-9397-08002B2CF9AE}" pid="8" name="Colour2">
    <vt:lpwstr>213,16,103</vt:lpwstr>
  </property>
  <property fmtid="{D5CDD505-2E9C-101B-9397-08002B2CF9AE}" pid="9" name="Colour1">
    <vt:lpwstr>0,101,160</vt:lpwstr>
  </property>
</Properties>
</file>